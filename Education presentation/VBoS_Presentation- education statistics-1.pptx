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0" r:id="rId5"/>
  </p:sldMasterIdLst>
  <p:sldIdLst>
    <p:sldId id="256" r:id="rId6"/>
    <p:sldId id="258" r:id="rId7"/>
    <p:sldId id="263" r:id="rId8"/>
    <p:sldId id="267" r:id="rId9"/>
    <p:sldId id="265" r:id="rId10"/>
    <p:sldId id="269" r:id="rId11"/>
    <p:sldId id="262" r:id="rId12"/>
    <p:sldId id="268" r:id="rId13"/>
    <p:sldId id="264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797A"/>
    <a:srgbClr val="FABA40"/>
    <a:srgbClr val="DB9F37"/>
    <a:srgbClr val="FBB7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E107A2-F273-9611-779B-D7C2D912CE2B}" v="668" dt="2026-07-21T06:57:36.492"/>
    <p1510:client id="{F30BD9D4-CDCD-E99C-C7C4-511E0EDF96FB}" v="47" dt="2026-07-21T06:15:30.7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790" autoAdjust="0"/>
    <p:restoredTop sz="94660"/>
  </p:normalViewPr>
  <p:slideViewPr>
    <p:cSldViewPr snapToGrid="0">
      <p:cViewPr>
        <p:scale>
          <a:sx n="100" d="100"/>
          <a:sy n="100" d="100"/>
        </p:scale>
        <p:origin x="1733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ne Tarsong" userId="S::jtarsong@vanuatu.gov.vu::8fc2d417-77e6-4bd4-9a72-6fade8d39039" providerId="AD" clId="Web-{B2E107A2-F273-9611-779B-D7C2D912CE2B}"/>
    <pc:docChg chg="addSld modSld">
      <pc:chgData name="Juline Tarsong" userId="S::jtarsong@vanuatu.gov.vu::8fc2d417-77e6-4bd4-9a72-6fade8d39039" providerId="AD" clId="Web-{B2E107A2-F273-9611-779B-D7C2D912CE2B}" dt="2026-07-21T06:57:36.492" v="470" actId="14100"/>
      <pc:docMkLst>
        <pc:docMk/>
      </pc:docMkLst>
      <pc:sldChg chg="addSp delSp modSp">
        <pc:chgData name="Juline Tarsong" userId="S::jtarsong@vanuatu.gov.vu::8fc2d417-77e6-4bd4-9a72-6fade8d39039" providerId="AD" clId="Web-{B2E107A2-F273-9611-779B-D7C2D912CE2B}" dt="2026-07-21T05:36:47.317" v="185" actId="20577"/>
        <pc:sldMkLst>
          <pc:docMk/>
          <pc:sldMk cId="1485691988" sldId="262"/>
        </pc:sldMkLst>
        <pc:spChg chg="mod">
          <ac:chgData name="Juline Tarsong" userId="S::jtarsong@vanuatu.gov.vu::8fc2d417-77e6-4bd4-9a72-6fade8d39039" providerId="AD" clId="Web-{B2E107A2-F273-9611-779B-D7C2D912CE2B}" dt="2026-07-21T05:35:49.909" v="179" actId="20577"/>
          <ac:spMkLst>
            <pc:docMk/>
            <pc:sldMk cId="1485691988" sldId="262"/>
            <ac:spMk id="2" creationId="{099BFB6D-1B28-00E2-2E8D-0997488ED173}"/>
          </ac:spMkLst>
        </pc:spChg>
        <pc:spChg chg="del">
          <ac:chgData name="Juline Tarsong" userId="S::jtarsong@vanuatu.gov.vu::8fc2d417-77e6-4bd4-9a72-6fade8d39039" providerId="AD" clId="Web-{B2E107A2-F273-9611-779B-D7C2D912CE2B}" dt="2026-07-21T05:23:29.930" v="58"/>
          <ac:spMkLst>
            <pc:docMk/>
            <pc:sldMk cId="1485691988" sldId="262"/>
            <ac:spMk id="3" creationId="{8412CBFF-11FD-2C94-000E-6E3FD7C59402}"/>
          </ac:spMkLst>
        </pc:spChg>
        <pc:spChg chg="add mod">
          <ac:chgData name="Juline Tarsong" userId="S::jtarsong@vanuatu.gov.vu::8fc2d417-77e6-4bd4-9a72-6fade8d39039" providerId="AD" clId="Web-{B2E107A2-F273-9611-779B-D7C2D912CE2B}" dt="2026-07-21T05:36:47.317" v="185" actId="20577"/>
          <ac:spMkLst>
            <pc:docMk/>
            <pc:sldMk cId="1485691988" sldId="262"/>
            <ac:spMk id="4" creationId="{B246DAFB-1EB4-4F5A-56D3-C9D1E65F0979}"/>
          </ac:spMkLst>
        </pc:spChg>
        <pc:graphicFrameChg chg="mod modGraphic">
          <ac:chgData name="Juline Tarsong" userId="S::jtarsong@vanuatu.gov.vu::8fc2d417-77e6-4bd4-9a72-6fade8d39039" providerId="AD" clId="Web-{B2E107A2-F273-9611-779B-D7C2D912CE2B}" dt="2026-07-21T05:35:58.753" v="180" actId="1076"/>
          <ac:graphicFrameMkLst>
            <pc:docMk/>
            <pc:sldMk cId="1485691988" sldId="262"/>
            <ac:graphicFrameMk id="6" creationId="{2842D7E1-AF2F-E503-51CC-D8773CF4FEA4}"/>
          </ac:graphicFrameMkLst>
        </pc:graphicFrameChg>
        <pc:picChg chg="mod">
          <ac:chgData name="Juline Tarsong" userId="S::jtarsong@vanuatu.gov.vu::8fc2d417-77e6-4bd4-9a72-6fade8d39039" providerId="AD" clId="Web-{B2E107A2-F273-9611-779B-D7C2D912CE2B}" dt="2026-07-21T05:36:03.300" v="181" actId="1076"/>
          <ac:picMkLst>
            <pc:docMk/>
            <pc:sldMk cId="1485691988" sldId="262"/>
            <ac:picMk id="7" creationId="{43FC1D0E-910A-5299-7D20-CCAC17FD18E5}"/>
          </ac:picMkLst>
        </pc:picChg>
      </pc:sldChg>
      <pc:sldChg chg="addSp delSp modSp">
        <pc:chgData name="Juline Tarsong" userId="S::jtarsong@vanuatu.gov.vu::8fc2d417-77e6-4bd4-9a72-6fade8d39039" providerId="AD" clId="Web-{B2E107A2-F273-9611-779B-D7C2D912CE2B}" dt="2026-07-21T06:54:15.006" v="436" actId="14100"/>
        <pc:sldMkLst>
          <pc:docMk/>
          <pc:sldMk cId="789019200" sldId="264"/>
        </pc:sldMkLst>
        <pc:spChg chg="add del mod">
          <ac:chgData name="Juline Tarsong" userId="S::jtarsong@vanuatu.gov.vu::8fc2d417-77e6-4bd4-9a72-6fade8d39039" providerId="AD" clId="Web-{B2E107A2-F273-9611-779B-D7C2D912CE2B}" dt="2026-07-21T06:29:30.868" v="197"/>
          <ac:spMkLst>
            <pc:docMk/>
            <pc:sldMk cId="789019200" sldId="264"/>
            <ac:spMk id="5" creationId="{37036997-65C2-2805-C2C7-E5E08E40498C}"/>
          </ac:spMkLst>
        </pc:spChg>
        <pc:spChg chg="add del">
          <ac:chgData name="Juline Tarsong" userId="S::jtarsong@vanuatu.gov.vu::8fc2d417-77e6-4bd4-9a72-6fade8d39039" providerId="AD" clId="Web-{B2E107A2-F273-9611-779B-D7C2D912CE2B}" dt="2026-07-21T05:46:36.197" v="191"/>
          <ac:spMkLst>
            <pc:docMk/>
            <pc:sldMk cId="789019200" sldId="264"/>
            <ac:spMk id="5" creationId="{C153FCC1-4977-D9BD-0BB0-79A2FFBCB542}"/>
          </ac:spMkLst>
        </pc:spChg>
        <pc:spChg chg="add mod">
          <ac:chgData name="Juline Tarsong" userId="S::jtarsong@vanuatu.gov.vu::8fc2d417-77e6-4bd4-9a72-6fade8d39039" providerId="AD" clId="Web-{B2E107A2-F273-9611-779B-D7C2D912CE2B}" dt="2026-07-21T06:52:46.349" v="425" actId="20577"/>
          <ac:spMkLst>
            <pc:docMk/>
            <pc:sldMk cId="789019200" sldId="264"/>
            <ac:spMk id="6" creationId="{21D99A5C-1864-3243-76BB-807D3A5E2DC4}"/>
          </ac:spMkLst>
        </pc:spChg>
        <pc:spChg chg="add del mod">
          <ac:chgData name="Juline Tarsong" userId="S::jtarsong@vanuatu.gov.vu::8fc2d417-77e6-4bd4-9a72-6fade8d39039" providerId="AD" clId="Web-{B2E107A2-F273-9611-779B-D7C2D912CE2B}" dt="2026-07-21T06:30:42.103" v="230"/>
          <ac:spMkLst>
            <pc:docMk/>
            <pc:sldMk cId="789019200" sldId="264"/>
            <ac:spMk id="7" creationId="{29302627-BB0A-6A32-CD7B-0D16D05DFEAE}"/>
          </ac:spMkLst>
        </pc:spChg>
        <pc:spChg chg="add mod">
          <ac:chgData name="Juline Tarsong" userId="S::jtarsong@vanuatu.gov.vu::8fc2d417-77e6-4bd4-9a72-6fade8d39039" providerId="AD" clId="Web-{B2E107A2-F273-9611-779B-D7C2D912CE2B}" dt="2026-07-21T06:32:12.276" v="275" actId="20577"/>
          <ac:spMkLst>
            <pc:docMk/>
            <pc:sldMk cId="789019200" sldId="264"/>
            <ac:spMk id="8" creationId="{27F0C89D-C64D-642B-3E4B-B1321E75B11B}"/>
          </ac:spMkLst>
        </pc:spChg>
        <pc:picChg chg="add del mod modCrop">
          <ac:chgData name="Juline Tarsong" userId="S::jtarsong@vanuatu.gov.vu::8fc2d417-77e6-4bd4-9a72-6fade8d39039" providerId="AD" clId="Web-{B2E107A2-F273-9611-779B-D7C2D912CE2B}" dt="2026-07-21T05:46:40.338" v="192"/>
          <ac:picMkLst>
            <pc:docMk/>
            <pc:sldMk cId="789019200" sldId="264"/>
            <ac:picMk id="4" creationId="{16FF827C-65CD-BE1F-0C91-1BE4E758FF50}"/>
          </ac:picMkLst>
        </pc:picChg>
        <pc:picChg chg="add del mod">
          <ac:chgData name="Juline Tarsong" userId="S::jtarsong@vanuatu.gov.vu::8fc2d417-77e6-4bd4-9a72-6fade8d39039" providerId="AD" clId="Web-{B2E107A2-F273-9611-779B-D7C2D912CE2B}" dt="2026-07-21T06:32:25.698" v="276"/>
          <ac:picMkLst>
            <pc:docMk/>
            <pc:sldMk cId="789019200" sldId="264"/>
            <ac:picMk id="4" creationId="{1DC258BB-8D2D-4257-8309-4D2B7F16982A}"/>
          </ac:picMkLst>
        </pc:picChg>
        <pc:picChg chg="add del mod">
          <ac:chgData name="Juline Tarsong" userId="S::jtarsong@vanuatu.gov.vu::8fc2d417-77e6-4bd4-9a72-6fade8d39039" providerId="AD" clId="Web-{B2E107A2-F273-9611-779B-D7C2D912CE2B}" dt="2026-07-21T06:53:23.708" v="426"/>
          <ac:picMkLst>
            <pc:docMk/>
            <pc:sldMk cId="789019200" sldId="264"/>
            <ac:picMk id="9" creationId="{5A19901F-FF4E-4ADB-936B-5B349C9C878B}"/>
          </ac:picMkLst>
        </pc:picChg>
        <pc:picChg chg="add mod">
          <ac:chgData name="Juline Tarsong" userId="S::jtarsong@vanuatu.gov.vu::8fc2d417-77e6-4bd4-9a72-6fade8d39039" providerId="AD" clId="Web-{B2E107A2-F273-9611-779B-D7C2D912CE2B}" dt="2026-07-21T06:54:15.006" v="436" actId="14100"/>
          <ac:picMkLst>
            <pc:docMk/>
            <pc:sldMk cId="789019200" sldId="264"/>
            <ac:picMk id="10" creationId="{C93B5C72-DCDF-E43D-4310-180E19F52193}"/>
          </ac:picMkLst>
        </pc:picChg>
      </pc:sldChg>
      <pc:sldChg chg="addSp delSp modSp">
        <pc:chgData name="Juline Tarsong" userId="S::jtarsong@vanuatu.gov.vu::8fc2d417-77e6-4bd4-9a72-6fade8d39039" providerId="AD" clId="Web-{B2E107A2-F273-9611-779B-D7C2D912CE2B}" dt="2026-07-21T06:45:36.986" v="387" actId="1076"/>
        <pc:sldMkLst>
          <pc:docMk/>
          <pc:sldMk cId="1267924007" sldId="265"/>
        </pc:sldMkLst>
        <pc:spChg chg="mod">
          <ac:chgData name="Juline Tarsong" userId="S::jtarsong@vanuatu.gov.vu::8fc2d417-77e6-4bd4-9a72-6fade8d39039" providerId="AD" clId="Web-{B2E107A2-F273-9611-779B-D7C2D912CE2B}" dt="2026-07-21T06:45:36.986" v="387" actId="1076"/>
          <ac:spMkLst>
            <pc:docMk/>
            <pc:sldMk cId="1267924007" sldId="265"/>
            <ac:spMk id="2" creationId="{78EC39BE-D2E7-3C31-FE43-91C1F5CD36A4}"/>
          </ac:spMkLst>
        </pc:spChg>
        <pc:spChg chg="add mod">
          <ac:chgData name="Juline Tarsong" userId="S::jtarsong@vanuatu.gov.vu::8fc2d417-77e6-4bd4-9a72-6fade8d39039" providerId="AD" clId="Web-{B2E107A2-F273-9611-779B-D7C2D912CE2B}" dt="2026-07-21T06:42:52.109" v="350" actId="1076"/>
          <ac:spMkLst>
            <pc:docMk/>
            <pc:sldMk cId="1267924007" sldId="265"/>
            <ac:spMk id="9" creationId="{9596A2F7-6493-242B-4850-A854A74BC6D7}"/>
          </ac:spMkLst>
        </pc:spChg>
        <pc:graphicFrameChg chg="del mod modGraphic">
          <ac:chgData name="Juline Tarsong" userId="S::jtarsong@vanuatu.gov.vu::8fc2d417-77e6-4bd4-9a72-6fade8d39039" providerId="AD" clId="Web-{B2E107A2-F273-9611-779B-D7C2D912CE2B}" dt="2026-07-21T06:37:44.169" v="296"/>
          <ac:graphicFrameMkLst>
            <pc:docMk/>
            <pc:sldMk cId="1267924007" sldId="265"/>
            <ac:graphicFrameMk id="6" creationId="{491A6F74-15D3-23A3-4EFA-DD49B443870A}"/>
          </ac:graphicFrameMkLst>
        </pc:graphicFrameChg>
        <pc:graphicFrameChg chg="add del mod">
          <ac:chgData name="Juline Tarsong" userId="S::jtarsong@vanuatu.gov.vu::8fc2d417-77e6-4bd4-9a72-6fade8d39039" providerId="AD" clId="Web-{B2E107A2-F273-9611-779B-D7C2D912CE2B}" dt="2026-07-21T06:38:08.576" v="300"/>
          <ac:graphicFrameMkLst>
            <pc:docMk/>
            <pc:sldMk cId="1267924007" sldId="265"/>
            <ac:graphicFrameMk id="7" creationId="{83D3D82E-40DE-2DDC-1010-8141404FAF3E}"/>
          </ac:graphicFrameMkLst>
        </pc:graphicFrameChg>
        <pc:picChg chg="add del mod">
          <ac:chgData name="Juline Tarsong" userId="S::jtarsong@vanuatu.gov.vu::8fc2d417-77e6-4bd4-9a72-6fade8d39039" providerId="AD" clId="Web-{B2E107A2-F273-9611-779B-D7C2D912CE2B}" dt="2026-07-21T06:42:59.172" v="352" actId="1076"/>
          <ac:picMkLst>
            <pc:docMk/>
            <pc:sldMk cId="1267924007" sldId="265"/>
            <ac:picMk id="4" creationId="{FBC18F88-32EB-70E5-2F46-D988AA61DD76}"/>
          </ac:picMkLst>
        </pc:picChg>
        <pc:picChg chg="add mod">
          <ac:chgData name="Juline Tarsong" userId="S::jtarsong@vanuatu.gov.vu::8fc2d417-77e6-4bd4-9a72-6fade8d39039" providerId="AD" clId="Web-{B2E107A2-F273-9611-779B-D7C2D912CE2B}" dt="2026-07-21T06:42:55.328" v="351" actId="1076"/>
          <ac:picMkLst>
            <pc:docMk/>
            <pc:sldMk cId="1267924007" sldId="265"/>
            <ac:picMk id="8" creationId="{30D803A9-68D5-EFE7-C26C-ED957A04EEE6}"/>
          </ac:picMkLst>
        </pc:picChg>
      </pc:sldChg>
      <pc:sldChg chg="addSp delSp modSp">
        <pc:chgData name="Juline Tarsong" userId="S::jtarsong@vanuatu.gov.vu::8fc2d417-77e6-4bd4-9a72-6fade8d39039" providerId="AD" clId="Web-{B2E107A2-F273-9611-779B-D7C2D912CE2B}" dt="2026-07-21T06:35:57.575" v="293" actId="14100"/>
        <pc:sldMkLst>
          <pc:docMk/>
          <pc:sldMk cId="1871272913" sldId="268"/>
        </pc:sldMkLst>
        <pc:spChg chg="del">
          <ac:chgData name="Juline Tarsong" userId="S::jtarsong@vanuatu.gov.vu::8fc2d417-77e6-4bd4-9a72-6fade8d39039" providerId="AD" clId="Web-{B2E107A2-F273-9611-779B-D7C2D912CE2B}" dt="2026-07-21T05:19:04.608" v="18"/>
          <ac:spMkLst>
            <pc:docMk/>
            <pc:sldMk cId="1871272913" sldId="268"/>
            <ac:spMk id="3" creationId="{1A78463B-C087-CC1D-3AB6-05BA75768320}"/>
          </ac:spMkLst>
        </pc:spChg>
        <pc:spChg chg="add del mod">
          <ac:chgData name="Juline Tarsong" userId="S::jtarsong@vanuatu.gov.vu::8fc2d417-77e6-4bd4-9a72-6fade8d39039" providerId="AD" clId="Web-{B2E107A2-F273-9611-779B-D7C2D912CE2B}" dt="2026-07-21T05:27:02.797" v="121"/>
          <ac:spMkLst>
            <pc:docMk/>
            <pc:sldMk cId="1871272913" sldId="268"/>
            <ac:spMk id="5" creationId="{9E147B90-467A-3D71-437B-FE2F535A41DD}"/>
          </ac:spMkLst>
        </pc:spChg>
        <pc:spChg chg="add mod">
          <ac:chgData name="Juline Tarsong" userId="S::jtarsong@vanuatu.gov.vu::8fc2d417-77e6-4bd4-9a72-6fade8d39039" providerId="AD" clId="Web-{B2E107A2-F273-9611-779B-D7C2D912CE2B}" dt="2026-07-21T06:35:25.809" v="289" actId="1076"/>
          <ac:spMkLst>
            <pc:docMk/>
            <pc:sldMk cId="1871272913" sldId="268"/>
            <ac:spMk id="7" creationId="{7D41DC6B-E11B-53F2-6CCD-38B096D9C680}"/>
          </ac:spMkLst>
        </pc:spChg>
        <pc:spChg chg="add del mod">
          <ac:chgData name="Juline Tarsong" userId="S::jtarsong@vanuatu.gov.vu::8fc2d417-77e6-4bd4-9a72-6fade8d39039" providerId="AD" clId="Web-{B2E107A2-F273-9611-779B-D7C2D912CE2B}" dt="2026-07-21T05:28:28.050" v="152"/>
          <ac:spMkLst>
            <pc:docMk/>
            <pc:sldMk cId="1871272913" sldId="268"/>
            <ac:spMk id="8" creationId="{0B859EBB-952D-119D-93F8-362A4DAD4AA6}"/>
          </ac:spMkLst>
        </pc:spChg>
        <pc:spChg chg="add del mod">
          <ac:chgData name="Juline Tarsong" userId="S::jtarsong@vanuatu.gov.vu::8fc2d417-77e6-4bd4-9a72-6fade8d39039" providerId="AD" clId="Web-{B2E107A2-F273-9611-779B-D7C2D912CE2B}" dt="2026-07-21T06:35:50.950" v="292"/>
          <ac:spMkLst>
            <pc:docMk/>
            <pc:sldMk cId="1871272913" sldId="268"/>
            <ac:spMk id="9" creationId="{E1CB6EF2-844D-685B-4645-4D6A0B71BE95}"/>
          </ac:spMkLst>
        </pc:spChg>
        <pc:picChg chg="mod">
          <ac:chgData name="Juline Tarsong" userId="S::jtarsong@vanuatu.gov.vu::8fc2d417-77e6-4bd4-9a72-6fade8d39039" providerId="AD" clId="Web-{B2E107A2-F273-9611-779B-D7C2D912CE2B}" dt="2026-07-21T06:35:57.575" v="293" actId="14100"/>
          <ac:picMkLst>
            <pc:docMk/>
            <pc:sldMk cId="1871272913" sldId="268"/>
            <ac:picMk id="4" creationId="{627659C3-64DE-E1E4-22B1-EF54D8FB726C}"/>
          </ac:picMkLst>
        </pc:picChg>
        <pc:picChg chg="del mod">
          <ac:chgData name="Juline Tarsong" userId="S::jtarsong@vanuatu.gov.vu::8fc2d417-77e6-4bd4-9a72-6fade8d39039" providerId="AD" clId="Web-{B2E107A2-F273-9611-779B-D7C2D912CE2B}" dt="2026-07-21T05:20:57.175" v="47"/>
          <ac:picMkLst>
            <pc:docMk/>
            <pc:sldMk cId="1871272913" sldId="268"/>
            <ac:picMk id="6" creationId="{7F9CE563-0D14-81F6-BEB0-35B03F1BF13E}"/>
          </ac:picMkLst>
        </pc:picChg>
      </pc:sldChg>
      <pc:sldChg chg="addSp delSp modSp add replId">
        <pc:chgData name="Juline Tarsong" userId="S::jtarsong@vanuatu.gov.vu::8fc2d417-77e6-4bd4-9a72-6fade8d39039" providerId="AD" clId="Web-{B2E107A2-F273-9611-779B-D7C2D912CE2B}" dt="2026-07-21T06:54:43.178" v="439" actId="14100"/>
        <pc:sldMkLst>
          <pc:docMk/>
          <pc:sldMk cId="2924134921" sldId="269"/>
        </pc:sldMkLst>
        <pc:spChg chg="mod">
          <ac:chgData name="Juline Tarsong" userId="S::jtarsong@vanuatu.gov.vu::8fc2d417-77e6-4bd4-9a72-6fade8d39039" providerId="AD" clId="Web-{B2E107A2-F273-9611-779B-D7C2D912CE2B}" dt="2026-07-21T06:54:36.553" v="438" actId="20577"/>
          <ac:spMkLst>
            <pc:docMk/>
            <pc:sldMk cId="2924134921" sldId="269"/>
            <ac:spMk id="2" creationId="{FD8656FE-FE3E-D5E5-D271-494E373B35D9}"/>
          </ac:spMkLst>
        </pc:spChg>
        <pc:spChg chg="mod">
          <ac:chgData name="Juline Tarsong" userId="S::jtarsong@vanuatu.gov.vu::8fc2d417-77e6-4bd4-9a72-6fade8d39039" providerId="AD" clId="Web-{B2E107A2-F273-9611-779B-D7C2D912CE2B}" dt="2026-07-21T06:51:25.520" v="422" actId="1076"/>
          <ac:spMkLst>
            <pc:docMk/>
            <pc:sldMk cId="2924134921" sldId="269"/>
            <ac:spMk id="9" creationId="{31563935-41AD-C9DC-39DD-1190A32497F8}"/>
          </ac:spMkLst>
        </pc:spChg>
        <pc:picChg chg="del">
          <ac:chgData name="Juline Tarsong" userId="S::jtarsong@vanuatu.gov.vu::8fc2d417-77e6-4bd4-9a72-6fade8d39039" providerId="AD" clId="Web-{B2E107A2-F273-9611-779B-D7C2D912CE2B}" dt="2026-07-21T06:43:14.938" v="354"/>
          <ac:picMkLst>
            <pc:docMk/>
            <pc:sldMk cId="2924134921" sldId="269"/>
            <ac:picMk id="4" creationId="{FBDAB73A-7DFB-986E-EFA4-8545E74B409F}"/>
          </ac:picMkLst>
        </pc:picChg>
        <pc:picChg chg="add del mod">
          <ac:chgData name="Juline Tarsong" userId="S::jtarsong@vanuatu.gov.vu::8fc2d417-77e6-4bd4-9a72-6fade8d39039" providerId="AD" clId="Web-{B2E107A2-F273-9611-779B-D7C2D912CE2B}" dt="2026-07-21T06:50:14.207" v="413"/>
          <ac:picMkLst>
            <pc:docMk/>
            <pc:sldMk cId="2924134921" sldId="269"/>
            <ac:picMk id="5" creationId="{B3B4941A-C09A-5EAB-6A10-F3D182328907}"/>
          </ac:picMkLst>
        </pc:picChg>
        <pc:picChg chg="add mod">
          <ac:chgData name="Juline Tarsong" userId="S::jtarsong@vanuatu.gov.vu::8fc2d417-77e6-4bd4-9a72-6fade8d39039" providerId="AD" clId="Web-{B2E107A2-F273-9611-779B-D7C2D912CE2B}" dt="2026-07-21T06:54:43.178" v="439" actId="14100"/>
          <ac:picMkLst>
            <pc:docMk/>
            <pc:sldMk cId="2924134921" sldId="269"/>
            <ac:picMk id="6" creationId="{DD582BE2-363B-871C-B7CC-A4840ADFD908}"/>
          </ac:picMkLst>
        </pc:picChg>
        <pc:picChg chg="del">
          <ac:chgData name="Juline Tarsong" userId="S::jtarsong@vanuatu.gov.vu::8fc2d417-77e6-4bd4-9a72-6fade8d39039" providerId="AD" clId="Web-{B2E107A2-F273-9611-779B-D7C2D912CE2B}" dt="2026-07-21T06:43:16.500" v="355"/>
          <ac:picMkLst>
            <pc:docMk/>
            <pc:sldMk cId="2924134921" sldId="269"/>
            <ac:picMk id="8" creationId="{95CFD86E-25C4-6221-7894-2D9230BD7AE4}"/>
          </ac:picMkLst>
        </pc:picChg>
      </pc:sldChg>
      <pc:sldChg chg="delSp modSp add replId">
        <pc:chgData name="Juline Tarsong" userId="S::jtarsong@vanuatu.gov.vu::8fc2d417-77e6-4bd4-9a72-6fade8d39039" providerId="AD" clId="Web-{B2E107A2-F273-9611-779B-D7C2D912CE2B}" dt="2026-07-21T06:57:36.492" v="470" actId="14100"/>
        <pc:sldMkLst>
          <pc:docMk/>
          <pc:sldMk cId="1838190904" sldId="270"/>
        </pc:sldMkLst>
        <pc:spChg chg="mod">
          <ac:chgData name="Juline Tarsong" userId="S::jtarsong@vanuatu.gov.vu::8fc2d417-77e6-4bd4-9a72-6fade8d39039" providerId="AD" clId="Web-{B2E107A2-F273-9611-779B-D7C2D912CE2B}" dt="2026-07-21T06:57:36.492" v="470" actId="14100"/>
          <ac:spMkLst>
            <pc:docMk/>
            <pc:sldMk cId="1838190904" sldId="270"/>
            <ac:spMk id="6" creationId="{D6CEF6AF-0FD6-C408-2FBE-6746E6485C37}"/>
          </ac:spMkLst>
        </pc:spChg>
        <pc:spChg chg="del">
          <ac:chgData name="Juline Tarsong" userId="S::jtarsong@vanuatu.gov.vu::8fc2d417-77e6-4bd4-9a72-6fade8d39039" providerId="AD" clId="Web-{B2E107A2-F273-9611-779B-D7C2D912CE2B}" dt="2026-07-21T06:56:25.835" v="442"/>
          <ac:spMkLst>
            <pc:docMk/>
            <pc:sldMk cId="1838190904" sldId="270"/>
            <ac:spMk id="8" creationId="{B4393940-7FCA-6170-2673-B998D37F8AD8}"/>
          </ac:spMkLst>
        </pc:spChg>
        <pc:picChg chg="del">
          <ac:chgData name="Juline Tarsong" userId="S::jtarsong@vanuatu.gov.vu::8fc2d417-77e6-4bd4-9a72-6fade8d39039" providerId="AD" clId="Web-{B2E107A2-F273-9611-779B-D7C2D912CE2B}" dt="2026-07-21T06:55:47.335" v="441"/>
          <ac:picMkLst>
            <pc:docMk/>
            <pc:sldMk cId="1838190904" sldId="270"/>
            <ac:picMk id="10" creationId="{68BA9655-00EB-8733-0552-F2EC69CCB6A9}"/>
          </ac:picMkLst>
        </pc:picChg>
      </pc:sldChg>
    </pc:docChg>
  </pc:docChgLst>
  <pc:docChgLst>
    <pc:chgData name="Maina Avock" userId="S::avockm@vanuatu.gov.vu::e7d6487a-225c-4439-9231-1e6d23c13e51" providerId="AD" clId="Web-{F30BD9D4-CDCD-E99C-C7C4-511E0EDF96FB}"/>
    <pc:docChg chg="modSld">
      <pc:chgData name="Maina Avock" userId="S::avockm@vanuatu.gov.vu::e7d6487a-225c-4439-9231-1e6d23c13e51" providerId="AD" clId="Web-{F30BD9D4-CDCD-E99C-C7C4-511E0EDF96FB}" dt="2026-07-21T06:15:27.048" v="32"/>
      <pc:docMkLst>
        <pc:docMk/>
      </pc:docMkLst>
      <pc:sldChg chg="addSp modSp">
        <pc:chgData name="Maina Avock" userId="S::avockm@vanuatu.gov.vu::e7d6487a-225c-4439-9231-1e6d23c13e51" providerId="AD" clId="Web-{F30BD9D4-CDCD-E99C-C7C4-511E0EDF96FB}" dt="2026-07-21T06:15:27.048" v="32"/>
        <pc:sldMkLst>
          <pc:docMk/>
          <pc:sldMk cId="1267924007" sldId="265"/>
        </pc:sldMkLst>
        <pc:spChg chg="mod">
          <ac:chgData name="Maina Avock" userId="S::avockm@vanuatu.gov.vu::e7d6487a-225c-4439-9231-1e6d23c13e51" providerId="AD" clId="Web-{F30BD9D4-CDCD-E99C-C7C4-511E0EDF96FB}" dt="2026-07-21T06:09:29.256" v="6" actId="20577"/>
          <ac:spMkLst>
            <pc:docMk/>
            <pc:sldMk cId="1267924007" sldId="265"/>
            <ac:spMk id="2" creationId="{78EC39BE-D2E7-3C31-FE43-91C1F5CD36A4}"/>
          </ac:spMkLst>
        </pc:spChg>
        <pc:graphicFrameChg chg="add mod modGraphic">
          <ac:chgData name="Maina Avock" userId="S::avockm@vanuatu.gov.vu::e7d6487a-225c-4439-9231-1e6d23c13e51" providerId="AD" clId="Web-{F30BD9D4-CDCD-E99C-C7C4-511E0EDF96FB}" dt="2026-07-21T06:15:27.048" v="32"/>
          <ac:graphicFrameMkLst>
            <pc:docMk/>
            <pc:sldMk cId="1267924007" sldId="265"/>
            <ac:graphicFrameMk id="6" creationId="{491A6F74-15D3-23A3-4EFA-DD49B443870A}"/>
          </ac:graphicFrameMkLst>
        </pc:graphicFrameChg>
        <pc:picChg chg="add mod">
          <ac:chgData name="Maina Avock" userId="S::avockm@vanuatu.gov.vu::e7d6487a-225c-4439-9231-1e6d23c13e51" providerId="AD" clId="Web-{F30BD9D4-CDCD-E99C-C7C4-511E0EDF96FB}" dt="2026-07-21T06:13:48.139" v="10" actId="14100"/>
          <ac:picMkLst>
            <pc:docMk/>
            <pc:sldMk cId="1267924007" sldId="265"/>
            <ac:picMk id="4" creationId="{FBC18F88-32EB-70E5-2F46-D988AA61DD7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3786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C8BC1-1DD6-4E3A-9ACA-522756EF780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694080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chemeClr val="tx2"/>
                </a:solidFill>
                <a:latin typeface="Roboto (sans-serif)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B7CB23-A49F-4076-8C43-08C91AE6A83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2082157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>
                <a:latin typeface="Roboto (sans-serif)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06378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286EF21-90D6-4726-9E0F-27E96840B3FA}"/>
              </a:ext>
            </a:extLst>
          </p:cNvPr>
          <p:cNvSpPr/>
          <p:nvPr userDrawn="1"/>
        </p:nvSpPr>
        <p:spPr>
          <a:xfrm>
            <a:off x="59645" y="2053"/>
            <a:ext cx="12190889" cy="6870357"/>
          </a:xfrm>
          <a:prstGeom prst="rect">
            <a:avLst/>
          </a:prstGeom>
          <a:solidFill>
            <a:schemeClr val="bg2"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4" name="Picture 3" descr="A pie chart and graph&#10;&#10;Description automatically generated">
            <a:extLst>
              <a:ext uri="{FF2B5EF4-FFF2-40B4-BE49-F238E27FC236}">
                <a16:creationId xmlns:a16="http://schemas.microsoft.com/office/drawing/2014/main" id="{E8E3D832-9DD8-41A5-89E7-3369ED33746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645" y="2394061"/>
            <a:ext cx="7620000" cy="448268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7FFF193-F4DD-4842-9225-F304F55C1366}"/>
              </a:ext>
            </a:extLst>
          </p:cNvPr>
          <p:cNvSpPr/>
          <p:nvPr userDrawn="1"/>
        </p:nvSpPr>
        <p:spPr>
          <a:xfrm>
            <a:off x="0" y="-417690"/>
            <a:ext cx="12192000" cy="2822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A4EB724-C63F-40BC-963F-81FC8E46CDE6}"/>
              </a:ext>
            </a:extLst>
          </p:cNvPr>
          <p:cNvSpPr/>
          <p:nvPr userDrawn="1"/>
        </p:nvSpPr>
        <p:spPr>
          <a:xfrm>
            <a:off x="1111" y="4108"/>
            <a:ext cx="5983679" cy="6866249"/>
          </a:xfrm>
          <a:custGeom>
            <a:avLst/>
            <a:gdLst>
              <a:gd name="connsiteX0" fmla="*/ 0 w 5436973"/>
              <a:gd name="connsiteY0" fmla="*/ 0 h 6858000"/>
              <a:gd name="connsiteX1" fmla="*/ 5436973 w 5436973"/>
              <a:gd name="connsiteY1" fmla="*/ 0 h 6858000"/>
              <a:gd name="connsiteX2" fmla="*/ 5436973 w 5436973"/>
              <a:gd name="connsiteY2" fmla="*/ 6858000 h 6858000"/>
              <a:gd name="connsiteX3" fmla="*/ 0 w 5436973"/>
              <a:gd name="connsiteY3" fmla="*/ 6858000 h 6858000"/>
              <a:gd name="connsiteX4" fmla="*/ 0 w 5436973"/>
              <a:gd name="connsiteY4" fmla="*/ 0 h 6858000"/>
              <a:gd name="connsiteX0" fmla="*/ 0 w 5436973"/>
              <a:gd name="connsiteY0" fmla="*/ 0 h 6858000"/>
              <a:gd name="connsiteX1" fmla="*/ 2916195 w 5436973"/>
              <a:gd name="connsiteY1" fmla="*/ 2644346 h 6858000"/>
              <a:gd name="connsiteX2" fmla="*/ 5436973 w 5436973"/>
              <a:gd name="connsiteY2" fmla="*/ 6858000 h 6858000"/>
              <a:gd name="connsiteX3" fmla="*/ 0 w 5436973"/>
              <a:gd name="connsiteY3" fmla="*/ 6858000 h 6858000"/>
              <a:gd name="connsiteX4" fmla="*/ 0 w 5436973"/>
              <a:gd name="connsiteY4" fmla="*/ 0 h 6858000"/>
              <a:gd name="connsiteX0" fmla="*/ 0 w 5436973"/>
              <a:gd name="connsiteY0" fmla="*/ 0 h 6858000"/>
              <a:gd name="connsiteX1" fmla="*/ 2792627 w 5436973"/>
              <a:gd name="connsiteY1" fmla="*/ 2780270 h 6858000"/>
              <a:gd name="connsiteX2" fmla="*/ 5436973 w 5436973"/>
              <a:gd name="connsiteY2" fmla="*/ 6858000 h 6858000"/>
              <a:gd name="connsiteX3" fmla="*/ 0 w 5436973"/>
              <a:gd name="connsiteY3" fmla="*/ 6858000 h 6858000"/>
              <a:gd name="connsiteX4" fmla="*/ 0 w 5436973"/>
              <a:gd name="connsiteY4" fmla="*/ 0 h 6858000"/>
              <a:gd name="connsiteX0" fmla="*/ 0 w 5671751"/>
              <a:gd name="connsiteY0" fmla="*/ 0 h 6882713"/>
              <a:gd name="connsiteX1" fmla="*/ 3027405 w 5671751"/>
              <a:gd name="connsiteY1" fmla="*/ 2804983 h 6882713"/>
              <a:gd name="connsiteX2" fmla="*/ 5671751 w 5671751"/>
              <a:gd name="connsiteY2" fmla="*/ 6882713 h 6882713"/>
              <a:gd name="connsiteX3" fmla="*/ 234778 w 5671751"/>
              <a:gd name="connsiteY3" fmla="*/ 6882713 h 6882713"/>
              <a:gd name="connsiteX4" fmla="*/ 0 w 5671751"/>
              <a:gd name="connsiteY4" fmla="*/ 0 h 6882713"/>
              <a:gd name="connsiteX0" fmla="*/ 0 w 5671751"/>
              <a:gd name="connsiteY0" fmla="*/ 0 h 6882713"/>
              <a:gd name="connsiteX1" fmla="*/ 3027405 w 5671751"/>
              <a:gd name="connsiteY1" fmla="*/ 2804983 h 6882713"/>
              <a:gd name="connsiteX2" fmla="*/ 5671751 w 5671751"/>
              <a:gd name="connsiteY2" fmla="*/ 6882713 h 6882713"/>
              <a:gd name="connsiteX3" fmla="*/ 37070 w 5671751"/>
              <a:gd name="connsiteY3" fmla="*/ 6870357 h 6882713"/>
              <a:gd name="connsiteX4" fmla="*/ 0 w 5671751"/>
              <a:gd name="connsiteY4" fmla="*/ 0 h 6882713"/>
              <a:gd name="connsiteX0" fmla="*/ 0 w 6017740"/>
              <a:gd name="connsiteY0" fmla="*/ 0 h 6895070"/>
              <a:gd name="connsiteX1" fmla="*/ 3027405 w 6017740"/>
              <a:gd name="connsiteY1" fmla="*/ 2804983 h 6895070"/>
              <a:gd name="connsiteX2" fmla="*/ 6017740 w 6017740"/>
              <a:gd name="connsiteY2" fmla="*/ 6895070 h 6895070"/>
              <a:gd name="connsiteX3" fmla="*/ 37070 w 6017740"/>
              <a:gd name="connsiteY3" fmla="*/ 6870357 h 6895070"/>
              <a:gd name="connsiteX4" fmla="*/ 0 w 6017740"/>
              <a:gd name="connsiteY4" fmla="*/ 0 h 6895070"/>
              <a:gd name="connsiteX0" fmla="*/ 0 w 5983679"/>
              <a:gd name="connsiteY0" fmla="*/ 0 h 6866249"/>
              <a:gd name="connsiteX1" fmla="*/ 2993344 w 5983679"/>
              <a:gd name="connsiteY1" fmla="*/ 2776162 h 6866249"/>
              <a:gd name="connsiteX2" fmla="*/ 5983679 w 5983679"/>
              <a:gd name="connsiteY2" fmla="*/ 6866249 h 6866249"/>
              <a:gd name="connsiteX3" fmla="*/ 3009 w 5983679"/>
              <a:gd name="connsiteY3" fmla="*/ 6841536 h 6866249"/>
              <a:gd name="connsiteX4" fmla="*/ 0 w 5983679"/>
              <a:gd name="connsiteY4" fmla="*/ 0 h 6866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83679" h="6866249">
                <a:moveTo>
                  <a:pt x="0" y="0"/>
                </a:moveTo>
                <a:lnTo>
                  <a:pt x="2993344" y="2776162"/>
                </a:lnTo>
                <a:lnTo>
                  <a:pt x="5983679" y="6866249"/>
                </a:lnTo>
                <a:lnTo>
                  <a:pt x="3009" y="684153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5922E8-8350-4112-A80C-45929CDDF2B5}"/>
              </a:ext>
            </a:extLst>
          </p:cNvPr>
          <p:cNvSpPr/>
          <p:nvPr userDrawn="1"/>
        </p:nvSpPr>
        <p:spPr>
          <a:xfrm>
            <a:off x="3551986" y="5889764"/>
            <a:ext cx="8638903" cy="7031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390A703-0FBD-47F2-B3B4-963F2F6FB0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4586" y="340363"/>
            <a:ext cx="5950504" cy="5555583"/>
          </a:xfrm>
          <a:prstGeom prst="rect">
            <a:avLst/>
          </a:prstGeom>
          <a:effectLst>
            <a:outerShdw blurRad="50800" dist="38100" dir="2700000" sx="101000" sy="101000" algn="tl" rotWithShape="0">
              <a:prstClr val="black">
                <a:alpha val="25000"/>
              </a:prst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826383B-EB71-432C-A974-4E7799686DD5}"/>
              </a:ext>
            </a:extLst>
          </p:cNvPr>
          <p:cNvSpPr/>
          <p:nvPr userDrawn="1"/>
        </p:nvSpPr>
        <p:spPr>
          <a:xfrm>
            <a:off x="0" y="0"/>
            <a:ext cx="5436973" cy="6858000"/>
          </a:xfrm>
          <a:custGeom>
            <a:avLst/>
            <a:gdLst>
              <a:gd name="connsiteX0" fmla="*/ 0 w 5436973"/>
              <a:gd name="connsiteY0" fmla="*/ 0 h 6858000"/>
              <a:gd name="connsiteX1" fmla="*/ 5436973 w 5436973"/>
              <a:gd name="connsiteY1" fmla="*/ 0 h 6858000"/>
              <a:gd name="connsiteX2" fmla="*/ 5436973 w 5436973"/>
              <a:gd name="connsiteY2" fmla="*/ 6858000 h 6858000"/>
              <a:gd name="connsiteX3" fmla="*/ 0 w 5436973"/>
              <a:gd name="connsiteY3" fmla="*/ 6858000 h 6858000"/>
              <a:gd name="connsiteX4" fmla="*/ 0 w 5436973"/>
              <a:gd name="connsiteY4" fmla="*/ 0 h 6858000"/>
              <a:gd name="connsiteX0" fmla="*/ 0 w 5436973"/>
              <a:gd name="connsiteY0" fmla="*/ 0 h 6858000"/>
              <a:gd name="connsiteX1" fmla="*/ 2916195 w 5436973"/>
              <a:gd name="connsiteY1" fmla="*/ 2644346 h 6858000"/>
              <a:gd name="connsiteX2" fmla="*/ 5436973 w 5436973"/>
              <a:gd name="connsiteY2" fmla="*/ 6858000 h 6858000"/>
              <a:gd name="connsiteX3" fmla="*/ 0 w 5436973"/>
              <a:gd name="connsiteY3" fmla="*/ 6858000 h 6858000"/>
              <a:gd name="connsiteX4" fmla="*/ 0 w 5436973"/>
              <a:gd name="connsiteY4" fmla="*/ 0 h 6858000"/>
              <a:gd name="connsiteX0" fmla="*/ 0 w 5436973"/>
              <a:gd name="connsiteY0" fmla="*/ 0 h 6858000"/>
              <a:gd name="connsiteX1" fmla="*/ 2792627 w 5436973"/>
              <a:gd name="connsiteY1" fmla="*/ 2780270 h 6858000"/>
              <a:gd name="connsiteX2" fmla="*/ 5436973 w 5436973"/>
              <a:gd name="connsiteY2" fmla="*/ 6858000 h 6858000"/>
              <a:gd name="connsiteX3" fmla="*/ 0 w 5436973"/>
              <a:gd name="connsiteY3" fmla="*/ 6858000 h 6858000"/>
              <a:gd name="connsiteX4" fmla="*/ 0 w 5436973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36973" h="6858000">
                <a:moveTo>
                  <a:pt x="0" y="0"/>
                </a:moveTo>
                <a:lnTo>
                  <a:pt x="2792627" y="2780270"/>
                </a:lnTo>
                <a:lnTo>
                  <a:pt x="5436973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B39ACBF-C018-4B00-9241-C447BFDA4A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4586" y="340363"/>
            <a:ext cx="5950504" cy="5555583"/>
          </a:xfrm>
          <a:prstGeom prst="rect">
            <a:avLst/>
          </a:prstGeom>
        </p:spPr>
      </p:pic>
      <p:pic>
        <p:nvPicPr>
          <p:cNvPr id="20" name="Picture 19" descr="A person holding a staff&#10;&#10;Description automatically generated">
            <a:extLst>
              <a:ext uri="{FF2B5EF4-FFF2-40B4-BE49-F238E27FC236}">
                <a16:creationId xmlns:a16="http://schemas.microsoft.com/office/drawing/2014/main" id="{2705A194-7747-4804-AE15-259FC7A0ED0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4607" y="181475"/>
            <a:ext cx="802807" cy="10061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C584A5D-2034-44C7-A79A-9E31EE8DFB98}"/>
              </a:ext>
            </a:extLst>
          </p:cNvPr>
          <p:cNvSpPr txBox="1"/>
          <p:nvPr userDrawn="1"/>
        </p:nvSpPr>
        <p:spPr>
          <a:xfrm>
            <a:off x="5512428" y="1112317"/>
            <a:ext cx="45314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000" dirty="0">
                <a:solidFill>
                  <a:schemeClr val="accent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Vanuatu Bureau of Statistics</a:t>
            </a:r>
            <a:endParaRPr lang="en-AU" sz="4000" dirty="0">
              <a:solidFill>
                <a:schemeClr val="accent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83B322-98BB-44A1-BBC0-0501C30B88C5}"/>
              </a:ext>
            </a:extLst>
          </p:cNvPr>
          <p:cNvSpPr txBox="1"/>
          <p:nvPr userDrawn="1"/>
        </p:nvSpPr>
        <p:spPr>
          <a:xfrm>
            <a:off x="5583381" y="2345945"/>
            <a:ext cx="654897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500" dirty="0">
                <a:solidFill>
                  <a:schemeClr val="accent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Bureau des Statistiques du Vanuatu</a:t>
            </a:r>
            <a:endParaRPr lang="en-AU" sz="2500" dirty="0">
              <a:solidFill>
                <a:schemeClr val="accent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7604CC-C5AD-490C-B4E0-1A6973D9DC91}"/>
              </a:ext>
            </a:extLst>
          </p:cNvPr>
          <p:cNvSpPr/>
          <p:nvPr userDrawn="1"/>
        </p:nvSpPr>
        <p:spPr>
          <a:xfrm>
            <a:off x="5703835" y="2341608"/>
            <a:ext cx="5765675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AC51B7-C5D6-4C77-8FF5-5DFD56DDDE52}"/>
              </a:ext>
            </a:extLst>
          </p:cNvPr>
          <p:cNvSpPr txBox="1"/>
          <p:nvPr userDrawn="1"/>
        </p:nvSpPr>
        <p:spPr>
          <a:xfrm>
            <a:off x="6950044" y="6069763"/>
            <a:ext cx="3728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oppins ExtraLight" panose="00000300000000000000" pitchFamily="2" charset="0"/>
                <a:cs typeface="Poppins ExtraLight" panose="00000300000000000000" pitchFamily="2" charset="0"/>
              </a:rPr>
              <a:t>BETTER DATA, BETTER DECISIONS</a:t>
            </a:r>
            <a:endParaRPr lang="en-AU" dirty="0">
              <a:latin typeface="Poppins ExtraLight" panose="00000300000000000000" pitchFamily="2" charset="0"/>
              <a:cs typeface="Poppins ExtraLight" panose="000003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299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banana&#10;&#10;Description automatically generated">
            <a:extLst>
              <a:ext uri="{FF2B5EF4-FFF2-40B4-BE49-F238E27FC236}">
                <a16:creationId xmlns:a16="http://schemas.microsoft.com/office/drawing/2014/main" id="{1C4B4344-4C86-4861-9B91-1AEB1908A1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03478" y="-3128210"/>
            <a:ext cx="15798955" cy="14750414"/>
          </a:xfrm>
          <a:prstGeom prst="rect">
            <a:avLst/>
          </a:prstGeom>
          <a:scene3d>
            <a:camera prst="isometricOffAxis1Top"/>
            <a:lightRig rig="threePt" dir="t"/>
          </a:scene3d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9D32B84-571B-42F9-9B09-4DA8E3321E7E}"/>
              </a:ext>
            </a:extLst>
          </p:cNvPr>
          <p:cNvSpPr/>
          <p:nvPr userDrawn="1"/>
        </p:nvSpPr>
        <p:spPr>
          <a:xfrm>
            <a:off x="0" y="6262255"/>
            <a:ext cx="12192000" cy="59574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821CA1-8715-4631-9DA8-4A51546D05EC}"/>
              </a:ext>
            </a:extLst>
          </p:cNvPr>
          <p:cNvSpPr/>
          <p:nvPr userDrawn="1"/>
        </p:nvSpPr>
        <p:spPr>
          <a:xfrm>
            <a:off x="1787236" y="6262256"/>
            <a:ext cx="10404764" cy="609600"/>
          </a:xfrm>
          <a:custGeom>
            <a:avLst/>
            <a:gdLst>
              <a:gd name="connsiteX0" fmla="*/ 0 w 10404764"/>
              <a:gd name="connsiteY0" fmla="*/ 0 h 595745"/>
              <a:gd name="connsiteX1" fmla="*/ 10404764 w 10404764"/>
              <a:gd name="connsiteY1" fmla="*/ 0 h 595745"/>
              <a:gd name="connsiteX2" fmla="*/ 10404764 w 10404764"/>
              <a:gd name="connsiteY2" fmla="*/ 595745 h 595745"/>
              <a:gd name="connsiteX3" fmla="*/ 0 w 10404764"/>
              <a:gd name="connsiteY3" fmla="*/ 595745 h 595745"/>
              <a:gd name="connsiteX4" fmla="*/ 0 w 10404764"/>
              <a:gd name="connsiteY4" fmla="*/ 0 h 595745"/>
              <a:gd name="connsiteX0" fmla="*/ 0 w 10404764"/>
              <a:gd name="connsiteY0" fmla="*/ 0 h 609600"/>
              <a:gd name="connsiteX1" fmla="*/ 10404764 w 10404764"/>
              <a:gd name="connsiteY1" fmla="*/ 0 h 609600"/>
              <a:gd name="connsiteX2" fmla="*/ 10404764 w 10404764"/>
              <a:gd name="connsiteY2" fmla="*/ 595745 h 609600"/>
              <a:gd name="connsiteX3" fmla="*/ 1163782 w 10404764"/>
              <a:gd name="connsiteY3" fmla="*/ 609600 h 609600"/>
              <a:gd name="connsiteX4" fmla="*/ 0 w 10404764"/>
              <a:gd name="connsiteY4" fmla="*/ 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04764" h="609600">
                <a:moveTo>
                  <a:pt x="0" y="0"/>
                </a:moveTo>
                <a:lnTo>
                  <a:pt x="10404764" y="0"/>
                </a:lnTo>
                <a:lnTo>
                  <a:pt x="10404764" y="595745"/>
                </a:lnTo>
                <a:lnTo>
                  <a:pt x="1163782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DB9F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noFill/>
                </a:ln>
              </a:rPr>
              <a:t> </a:t>
            </a:r>
            <a:endParaRPr lang="en-AU" dirty="0">
              <a:ln>
                <a:noFill/>
              </a:ln>
            </a:endParaRPr>
          </a:p>
        </p:txBody>
      </p:sp>
      <p:sp>
        <p:nvSpPr>
          <p:cNvPr id="3" name="Rectangle: Single Corner Snipped 2">
            <a:extLst>
              <a:ext uri="{FF2B5EF4-FFF2-40B4-BE49-F238E27FC236}">
                <a16:creationId xmlns:a16="http://schemas.microsoft.com/office/drawing/2014/main" id="{C64FDBBB-99D9-4DA2-A6E5-BE44B10026E0}"/>
              </a:ext>
            </a:extLst>
          </p:cNvPr>
          <p:cNvSpPr/>
          <p:nvPr userDrawn="1"/>
        </p:nvSpPr>
        <p:spPr>
          <a:xfrm flipH="1">
            <a:off x="11541418" y="6262254"/>
            <a:ext cx="650582" cy="595746"/>
          </a:xfrm>
          <a:prstGeom prst="snip1Rect">
            <a:avLst/>
          </a:prstGeom>
          <a:solidFill>
            <a:srgbClr val="3D79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2" name="Picture 11" descr="A logo with a banana&#10;&#10;Description automatically generated">
            <a:extLst>
              <a:ext uri="{FF2B5EF4-FFF2-40B4-BE49-F238E27FC236}">
                <a16:creationId xmlns:a16="http://schemas.microsoft.com/office/drawing/2014/main" id="{43D3F68A-023F-4924-86BD-EFF7FFA3042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1370" y="6275833"/>
            <a:ext cx="590928" cy="55170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DC96B36-C137-44AB-A330-23D528E2B165}"/>
              </a:ext>
            </a:extLst>
          </p:cNvPr>
          <p:cNvSpPr txBox="1"/>
          <p:nvPr userDrawn="1"/>
        </p:nvSpPr>
        <p:spPr>
          <a:xfrm>
            <a:off x="3467100" y="6396245"/>
            <a:ext cx="6601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Poppins ExtraLight" panose="00000300000000000000" pitchFamily="2" charset="0"/>
                <a:cs typeface="Poppins ExtraLight" panose="00000300000000000000" pitchFamily="2" charset="0"/>
              </a:rPr>
              <a:t>BETTER DATA, BETTER DECISIONS</a:t>
            </a:r>
            <a:endParaRPr lang="en-AU" dirty="0">
              <a:latin typeface="Poppins ExtraLight" panose="00000300000000000000" pitchFamily="2" charset="0"/>
              <a:cs typeface="Poppins ExtraLight" panose="00000300000000000000" pitchFamily="2" charset="0"/>
            </a:endParaRPr>
          </a:p>
        </p:txBody>
      </p:sp>
      <p:pic>
        <p:nvPicPr>
          <p:cNvPr id="9" name="Picture 8" descr="A person holding a staff&#10;&#10;Description automatically generated">
            <a:extLst>
              <a:ext uri="{FF2B5EF4-FFF2-40B4-BE49-F238E27FC236}">
                <a16:creationId xmlns:a16="http://schemas.microsoft.com/office/drawing/2014/main" id="{09AF65BB-EF1F-4846-BD31-5D1C0815ABD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81" y="6294770"/>
            <a:ext cx="394493" cy="49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375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vbos-social-section.github.io/education-dashboard/" TargetMode="External"/><Relationship Id="rId2" Type="http://schemas.openxmlformats.org/officeDocument/2006/relationships/hyperlink" Target="https://nsdp.vnso.gov.vu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D39348F4-6BEF-7035-2332-90B803ED1C5F}"/>
              </a:ext>
            </a:extLst>
          </p:cNvPr>
          <p:cNvSpPr txBox="1">
            <a:spLocks/>
          </p:cNvSpPr>
          <p:nvPr/>
        </p:nvSpPr>
        <p:spPr>
          <a:xfrm>
            <a:off x="7186109" y="3348789"/>
            <a:ext cx="3217198" cy="9023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sz="2400" dirty="0">
                <a:solidFill>
                  <a:schemeClr val="tx2"/>
                </a:solidFill>
                <a:latin typeface="Roboto (sans-serif)"/>
                <a:ea typeface="+mj-ea"/>
                <a:cs typeface="Arial" panose="020B0604020202020204" pitchFamily="34" charset="0"/>
              </a:rPr>
              <a:t>Education Statistics</a:t>
            </a:r>
            <a:br>
              <a:rPr lang="en-AU" sz="2400" dirty="0">
                <a:solidFill>
                  <a:schemeClr val="tx2"/>
                </a:solidFill>
                <a:latin typeface="Roboto (sans-serif)"/>
                <a:ea typeface="+mj-ea"/>
                <a:cs typeface="Arial" panose="020B0604020202020204" pitchFamily="34" charset="0"/>
              </a:rPr>
            </a:br>
            <a:endParaRPr lang="en-AU" sz="2400" dirty="0">
              <a:solidFill>
                <a:schemeClr val="tx2"/>
              </a:solidFill>
              <a:latin typeface="Roboto (sans-serif)"/>
              <a:ea typeface="+mj-ea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5782AB-9416-024A-F7EE-E1B598DD1BF5}"/>
              </a:ext>
            </a:extLst>
          </p:cNvPr>
          <p:cNvSpPr txBox="1">
            <a:spLocks/>
          </p:cNvSpPr>
          <p:nvPr/>
        </p:nvSpPr>
        <p:spPr>
          <a:xfrm>
            <a:off x="6416842" y="5442285"/>
            <a:ext cx="5382125" cy="5253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AU" sz="2400" dirty="0">
                <a:solidFill>
                  <a:schemeClr val="tx2"/>
                </a:solidFill>
                <a:latin typeface="Roboto (sans-serif)"/>
                <a:ea typeface="+mj-ea"/>
                <a:cs typeface="Arial" panose="020B0604020202020204" pitchFamily="34" charset="0"/>
              </a:rPr>
              <a:t> </a:t>
            </a:r>
            <a:r>
              <a:rPr lang="en-AU" sz="2400" i="1" dirty="0">
                <a:solidFill>
                  <a:schemeClr val="tx2"/>
                </a:solidFill>
                <a:latin typeface="Palatino Linotype" panose="02040502050505030304" pitchFamily="18" charset="0"/>
                <a:ea typeface="+mj-ea"/>
                <a:cs typeface="Arial" panose="020B0604020202020204" pitchFamily="34" charset="0"/>
              </a:rPr>
              <a:t>@ Warwick Resort: 22</a:t>
            </a:r>
            <a:r>
              <a:rPr lang="en-AU" sz="2400" i="1" baseline="30000" dirty="0">
                <a:solidFill>
                  <a:schemeClr val="tx2"/>
                </a:solidFill>
                <a:latin typeface="Palatino Linotype" panose="02040502050505030304" pitchFamily="18" charset="0"/>
                <a:ea typeface="+mj-ea"/>
                <a:cs typeface="Arial" panose="020B0604020202020204" pitchFamily="34" charset="0"/>
              </a:rPr>
              <a:t>nd</a:t>
            </a:r>
            <a:r>
              <a:rPr lang="en-AU" sz="2400" i="1" dirty="0">
                <a:solidFill>
                  <a:schemeClr val="tx2"/>
                </a:solidFill>
                <a:latin typeface="Palatino Linotype" panose="02040502050505030304" pitchFamily="18" charset="0"/>
                <a:ea typeface="+mj-ea"/>
                <a:cs typeface="Arial" panose="020B0604020202020204" pitchFamily="34" charset="0"/>
              </a:rPr>
              <a:t> July 2026</a:t>
            </a:r>
          </a:p>
        </p:txBody>
      </p:sp>
    </p:spTree>
    <p:extLst>
      <p:ext uri="{BB962C8B-B14F-4D97-AF65-F5344CB8AC3E}">
        <p14:creationId xmlns:p14="http://schemas.microsoft.com/office/powerpoint/2010/main" val="3276579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A9C27-1DA3-E0B3-6BD5-E551620A5A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2508" y="521001"/>
            <a:ext cx="9144000" cy="694080"/>
          </a:xfrm>
        </p:spPr>
        <p:txBody>
          <a:bodyPr/>
          <a:lstStyle/>
          <a:p>
            <a:r>
              <a:rPr lang="en-US" dirty="0"/>
              <a:t> Education Statistics Overview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A1A412-DCD8-522B-E6AB-CDCE78BBD4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2109" y="1573428"/>
            <a:ext cx="9934832" cy="4382530"/>
          </a:xfrm>
        </p:spPr>
        <p:txBody>
          <a:bodyPr/>
          <a:lstStyle/>
          <a:p>
            <a:pPr marL="342900" indent="-342900" fontAlgn="base">
              <a:buAutoNum type="arabicPeriod"/>
            </a:pPr>
            <a:endParaRPr lang="en-US" dirty="0"/>
          </a:p>
          <a:p>
            <a:pPr marL="342900" indent="-342900" fontAlgn="base">
              <a:buAutoNum type="arabicPeriod"/>
            </a:pPr>
            <a:r>
              <a:rPr lang="en-US" b="1" dirty="0"/>
              <a:t>Monitoring Equity &amp; SDG 4</a:t>
            </a:r>
            <a:r>
              <a:rPr lang="en-US" dirty="0"/>
              <a:t>: Tracks key indicators—such as literacy, enrollment, completion, and pupil-teacher ratios—disaggregated by gender, disability, and province to measure progress toward Sustainable Development Goal 4 (Quality Education).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2. Cross</a:t>
            </a:r>
            <a:r>
              <a:rPr lang="en-US" dirty="0"/>
              <a:t>-</a:t>
            </a:r>
            <a:r>
              <a:rPr lang="en-US" b="1" dirty="0"/>
              <a:t>System Data Integration</a:t>
            </a:r>
            <a:r>
              <a:rPr lang="en-US" dirty="0"/>
              <a:t>: Harmonizes household survey and census data with administrative records from the Ministry of Education and Training (Open VEMIS) to build comprehensive national baselines.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3. </a:t>
            </a:r>
            <a:r>
              <a:rPr lang="en-US" b="1" dirty="0"/>
              <a:t>Evidence-Based Policy &amp; Planning</a:t>
            </a:r>
            <a:r>
              <a:rPr lang="en-US" dirty="0"/>
              <a:t>: Provides high-quality, localized education data to guide government resource allocation, school infrastructure planning, and target educational support for vulnerable and rural populations.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178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CB292-DC57-A205-7183-820405DE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2C6D8-7420-3328-EE9E-E1DD099AEA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805" y="115330"/>
            <a:ext cx="9144000" cy="1231557"/>
          </a:xfrm>
        </p:spPr>
        <p:txBody>
          <a:bodyPr/>
          <a:lstStyle/>
          <a:p>
            <a:r>
              <a:rPr lang="en-US" dirty="0"/>
              <a:t>Education Sector Within Vanuatu Bureau of Statistics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265C6-6081-936A-0466-239F00093E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6270" y="1669213"/>
            <a:ext cx="9144000" cy="4286744"/>
          </a:xfrm>
        </p:spPr>
        <p:txBody>
          <a:bodyPr/>
          <a:lstStyle/>
          <a:p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/>
              <a:t>Conduct Census and Surveys :Census </a:t>
            </a:r>
            <a:r>
              <a:rPr lang="en-US" dirty="0"/>
              <a:t>– Education Statistics baseline questions </a:t>
            </a:r>
          </a:p>
          <a:p>
            <a:r>
              <a:rPr lang="en-US" dirty="0"/>
              <a:t>                                                            Surveys – Education questions into Surveys Questionnaires </a:t>
            </a:r>
          </a:p>
          <a:p>
            <a:r>
              <a:rPr lang="en-US" dirty="0"/>
              <a:t>                                                                           - Use Education data for any Statistics Request </a:t>
            </a:r>
          </a:p>
          <a:p>
            <a:endParaRPr lang="en-US" dirty="0"/>
          </a:p>
          <a:p>
            <a:r>
              <a:rPr lang="en-US" dirty="0"/>
              <a:t>2. </a:t>
            </a:r>
            <a:r>
              <a:rPr lang="en-US" b="1" dirty="0"/>
              <a:t>Collect Education Administrative Data </a:t>
            </a:r>
            <a:r>
              <a:rPr lang="en-US" dirty="0"/>
              <a:t>:-Collect Administrative data  with every Education Stakeholder </a:t>
            </a:r>
          </a:p>
          <a:p>
            <a:r>
              <a:rPr lang="en-US" dirty="0"/>
              <a:t>                                                                           -To update Education Indicators in NSDP </a:t>
            </a:r>
          </a:p>
          <a:p>
            <a:r>
              <a:rPr lang="en-US" dirty="0"/>
              <a:t>                                                                           - Use Education data for any Education Statistics Request </a:t>
            </a:r>
          </a:p>
        </p:txBody>
      </p:sp>
    </p:spTree>
    <p:extLst>
      <p:ext uri="{BB962C8B-B14F-4D97-AF65-F5344CB8AC3E}">
        <p14:creationId xmlns:p14="http://schemas.microsoft.com/office/powerpoint/2010/main" val="2168964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71867-B196-89AF-76C5-E2B0F2896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CD428-5D55-617B-EA89-48D583D22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805" y="115330"/>
            <a:ext cx="9144000" cy="1165655"/>
          </a:xfrm>
        </p:spPr>
        <p:txBody>
          <a:bodyPr/>
          <a:lstStyle/>
          <a:p>
            <a:r>
              <a:rPr lang="en-US" dirty="0"/>
              <a:t>Link to Education Dashboard and NSDP Platform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79A3CC-EB93-DFD8-06E8-530E0572B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422" y="1570359"/>
            <a:ext cx="9144000" cy="3717281"/>
          </a:xfrm>
        </p:spPr>
        <p:txBody>
          <a:bodyPr/>
          <a:lstStyle/>
          <a:p>
            <a:pPr marL="285750" indent="-285750" fontAlgn="base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en-US" dirty="0"/>
              <a:t>NSDP Data Portal : Created by VBoS –Using Administrative data from Education Stakeholders : Society Pillar 2 – </a:t>
            </a:r>
            <a:r>
              <a:rPr lang="en-US" dirty="0" err="1"/>
              <a:t>Soc:Pillar</a:t>
            </a:r>
            <a:r>
              <a:rPr lang="en-US" dirty="0"/>
              <a:t> 2.1-1-2.4.1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en-US" dirty="0">
                <a:hlinkClick r:id="rId2"/>
              </a:rPr>
              <a:t>https://nsdp.vnso.gov.vu/</a:t>
            </a:r>
            <a:endParaRPr lang="en-US" dirty="0"/>
          </a:p>
          <a:p>
            <a:pPr fontAlgn="base"/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Education Dashboard: Created by VBoS Using Education administrative data from Statistical Report and Education Digest Report: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>
                <a:latin typeface="Aptos" panose="020B0004020202020204" pitchFamily="34" charset="0"/>
                <a:hlinkClick r:id="rId3" tooltip="https://vbos-social-section.github.io/education-dashboard/"/>
              </a:rPr>
              <a:t>https://vbos-social-section.github.io/education-dashboard/</a:t>
            </a:r>
            <a:endParaRPr lang="en-US" b="0" i="0" dirty="0"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034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A72EA-4E7E-BD12-1750-60BE425E2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C39BE-D2E7-3C31-FE43-91C1F5CD36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19" y="456416"/>
            <a:ext cx="12046855" cy="759254"/>
          </a:xfrm>
        </p:spPr>
        <p:txBody>
          <a:bodyPr lIns="91440" tIns="45720" rIns="91440" bIns="45720" anchor="b"/>
          <a:lstStyle/>
          <a:p>
            <a:r>
              <a:rPr lang="en-US" sz="3600" dirty="0">
                <a:cs typeface="Arial"/>
              </a:rPr>
              <a:t>School- Age Population Projection Trend from </a:t>
            </a:r>
            <a:r>
              <a:rPr lang="en-US" sz="3600">
                <a:cs typeface="Arial"/>
              </a:rPr>
              <a:t>2020-2030</a:t>
            </a:r>
            <a:r>
              <a:rPr lang="en-US" dirty="0">
                <a:cs typeface="Arial"/>
              </a:rPr>
              <a:t>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DF5DCD-38FA-E43F-DD0E-19CD46378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654" y="1859734"/>
            <a:ext cx="9144000" cy="3717281"/>
          </a:xfrm>
        </p:spPr>
        <p:txBody>
          <a:bodyPr/>
          <a:lstStyle/>
          <a:p>
            <a:pPr fontAlgn="base"/>
            <a:endParaRPr lang="en-US" dirty="0"/>
          </a:p>
          <a:p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C18F88-32EB-70E5-2F46-D988AA61D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06" y="1334861"/>
            <a:ext cx="5534933" cy="42390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D803A9-68D5-EFE7-C26C-ED957A04E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675" y="1329644"/>
            <a:ext cx="5360305" cy="42422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96A2F7-6493-242B-4850-A854A74BC6D7}"/>
              </a:ext>
            </a:extLst>
          </p:cNvPr>
          <p:cNvSpPr txBox="1"/>
          <p:nvPr/>
        </p:nvSpPr>
        <p:spPr>
          <a:xfrm>
            <a:off x="8002165" y="5915606"/>
            <a:ext cx="39841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 dirty="0">
                <a:ea typeface="Calibri"/>
                <a:cs typeface="Calibri"/>
              </a:rPr>
              <a:t>Source : 2020 Population Census –</a:t>
            </a:r>
            <a:r>
              <a:rPr lang="en-US" i="1" dirty="0" err="1">
                <a:ea typeface="Calibri"/>
                <a:cs typeface="Calibri"/>
              </a:rPr>
              <a:t>VBoS</a:t>
            </a:r>
            <a:r>
              <a:rPr lang="en-US" i="1" dirty="0">
                <a:ea typeface="Calibri"/>
                <a:cs typeface="Calibri"/>
              </a:rPr>
              <a:t> </a:t>
            </a:r>
            <a:endParaRPr lang="en-US" i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7924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93F3B-3D8D-E92E-5216-6729410BE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656FE-FE3E-D5E5-D271-494E373B35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19" y="-784"/>
            <a:ext cx="11836400" cy="1165655"/>
          </a:xfrm>
        </p:spPr>
        <p:txBody>
          <a:bodyPr lIns="91440" tIns="45720" rIns="91440" bIns="45720" anchor="b"/>
          <a:lstStyle/>
          <a:p>
            <a:r>
              <a:rPr lang="en-US" sz="3600">
                <a:cs typeface="Arial"/>
              </a:rPr>
              <a:t>School- Age Population Projection Trend  by Education Level </a:t>
            </a:r>
            <a:endParaRPr lang="en-US" sz="3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6DA7F-278E-40B2-166F-6676C2F089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654" y="1859734"/>
            <a:ext cx="9144000" cy="3717281"/>
          </a:xfrm>
        </p:spPr>
        <p:txBody>
          <a:bodyPr/>
          <a:lstStyle/>
          <a:p>
            <a:pPr fontAlgn="base"/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563935-41AD-C9DC-39DD-1190A32497F8}"/>
              </a:ext>
            </a:extLst>
          </p:cNvPr>
          <p:cNvSpPr txBox="1"/>
          <p:nvPr/>
        </p:nvSpPr>
        <p:spPr>
          <a:xfrm>
            <a:off x="8553708" y="5857549"/>
            <a:ext cx="39841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i="1" dirty="0">
                <a:ea typeface="Calibri"/>
                <a:cs typeface="Calibri"/>
              </a:rPr>
              <a:t>Source : 2020 Population Census –</a:t>
            </a:r>
            <a:r>
              <a:rPr lang="en-US" sz="1600" i="1" dirty="0" err="1">
                <a:ea typeface="Calibri"/>
                <a:cs typeface="Calibri"/>
              </a:rPr>
              <a:t>VBoS</a:t>
            </a:r>
            <a:r>
              <a:rPr lang="en-US" i="1" dirty="0">
                <a:ea typeface="Calibri"/>
                <a:cs typeface="Calibri"/>
              </a:rPr>
              <a:t> </a:t>
            </a:r>
            <a:endParaRPr lang="en-US" i="1"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582BE2-363B-871C-B7CC-A4840ADFD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314" y="1170441"/>
            <a:ext cx="10892516" cy="468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134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44747-F5E3-2EFB-A86F-5412CFB50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BFB6D-1B28-00E2-2E8D-0997488ED1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344" y="-9003"/>
            <a:ext cx="11026801" cy="1013865"/>
          </a:xfrm>
        </p:spPr>
        <p:txBody>
          <a:bodyPr lIns="91440" tIns="45720" rIns="91440" bIns="45720" anchor="b"/>
          <a:lstStyle/>
          <a:p>
            <a:r>
              <a:rPr lang="en-US" sz="3200" dirty="0">
                <a:cs typeface="Arial"/>
              </a:rPr>
              <a:t>Educational Attainment of 2024 </a:t>
            </a:r>
            <a:r>
              <a:rPr lang="en-US" sz="3200" dirty="0" err="1">
                <a:cs typeface="Arial"/>
              </a:rPr>
              <a:t>Labour</a:t>
            </a:r>
            <a:r>
              <a:rPr lang="en-US" sz="3200" dirty="0">
                <a:cs typeface="Arial"/>
              </a:rPr>
              <a:t> Force Participants.</a:t>
            </a:r>
            <a:endParaRPr lang="en-US" sz="32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842D7E1-AF2F-E503-51CC-D8773CF4FE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911916"/>
              </p:ext>
            </p:extLst>
          </p:nvPr>
        </p:nvGraphicFramePr>
        <p:xfrm>
          <a:off x="210457" y="1328057"/>
          <a:ext cx="5447198" cy="47574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2268">
                  <a:extLst>
                    <a:ext uri="{9D8B030D-6E8A-4147-A177-3AD203B41FA5}">
                      <a16:colId xmlns:a16="http://schemas.microsoft.com/office/drawing/2014/main" val="2666919920"/>
                    </a:ext>
                  </a:extLst>
                </a:gridCol>
                <a:gridCol w="723510">
                  <a:extLst>
                    <a:ext uri="{9D8B030D-6E8A-4147-A177-3AD203B41FA5}">
                      <a16:colId xmlns:a16="http://schemas.microsoft.com/office/drawing/2014/main" val="1535503198"/>
                    </a:ext>
                  </a:extLst>
                </a:gridCol>
                <a:gridCol w="445236">
                  <a:extLst>
                    <a:ext uri="{9D8B030D-6E8A-4147-A177-3AD203B41FA5}">
                      <a16:colId xmlns:a16="http://schemas.microsoft.com/office/drawing/2014/main" val="886354688"/>
                    </a:ext>
                  </a:extLst>
                </a:gridCol>
                <a:gridCol w="556546">
                  <a:extLst>
                    <a:ext uri="{9D8B030D-6E8A-4147-A177-3AD203B41FA5}">
                      <a16:colId xmlns:a16="http://schemas.microsoft.com/office/drawing/2014/main" val="3918209691"/>
                    </a:ext>
                  </a:extLst>
                </a:gridCol>
                <a:gridCol w="556546">
                  <a:extLst>
                    <a:ext uri="{9D8B030D-6E8A-4147-A177-3AD203B41FA5}">
                      <a16:colId xmlns:a16="http://schemas.microsoft.com/office/drawing/2014/main" val="1243805944"/>
                    </a:ext>
                  </a:extLst>
                </a:gridCol>
                <a:gridCol w="556546">
                  <a:extLst>
                    <a:ext uri="{9D8B030D-6E8A-4147-A177-3AD203B41FA5}">
                      <a16:colId xmlns:a16="http://schemas.microsoft.com/office/drawing/2014/main" val="1176378859"/>
                    </a:ext>
                  </a:extLst>
                </a:gridCol>
                <a:gridCol w="556546">
                  <a:extLst>
                    <a:ext uri="{9D8B030D-6E8A-4147-A177-3AD203B41FA5}">
                      <a16:colId xmlns:a16="http://schemas.microsoft.com/office/drawing/2014/main" val="1348328475"/>
                    </a:ext>
                  </a:extLst>
                </a:gridCol>
              </a:tblGrid>
              <a:tr h="6756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Education attainment (16+)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49473612"/>
                  </a:ext>
                </a:extLst>
              </a:tr>
              <a:tr h="23928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SEX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Region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Total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8360"/>
                  </a:ext>
                </a:extLst>
              </a:tr>
              <a:tr h="4504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Education Attainment (16+)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Male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Female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Urban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Rural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87562618"/>
                  </a:ext>
                </a:extLst>
              </a:tr>
              <a:tr h="4504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Never attended school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40.5%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26.3%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41.2%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32.2%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32.6%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43447738"/>
                  </a:ext>
                </a:extLst>
              </a:tr>
              <a:tr h="4504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ECE &amp; Kindergarten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61.0%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48.3%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63.8%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54.3%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54.8%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75728492"/>
                  </a:ext>
                </a:extLst>
              </a:tr>
              <a:tr h="4504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Primary  (Year 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53.0%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45.4%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60.5%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47.5%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49.3%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5816688"/>
                  </a:ext>
                </a:extLst>
              </a:tr>
              <a:tr h="4504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Junior Secondary (Year 9- Year 10)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51.2%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47.1%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54.4%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47.4%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49.1%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62863652"/>
                  </a:ext>
                </a:extLst>
              </a:tr>
              <a:tr h="4504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Senior Secondary (Year 11- Year 13/14)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56.3%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50.3%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54.8%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52.3%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53.1%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58696324"/>
                  </a:ext>
                </a:extLst>
              </a:tr>
              <a:tr h="4504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Post Secondary -Non Tertiary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71.1%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60.3%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62.3%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68.4%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66.9%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72399766"/>
                  </a:ext>
                </a:extLst>
              </a:tr>
              <a:tr h="4504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Tertiary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78.0%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70.1%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75.5%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73.8%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74.7%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81030280"/>
                  </a:ext>
                </a:extLst>
              </a:tr>
              <a:tr h="23928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Source: LFS, </a:t>
                      </a:r>
                      <a:r>
                        <a:rPr lang="en-US" sz="1100" u="none" strike="noStrike" dirty="0" err="1">
                          <a:effectLst/>
                        </a:rPr>
                        <a:t>Vbos</a:t>
                      </a:r>
                      <a:endParaRPr lang="en-US" sz="1100" b="0" i="1" u="none" strike="noStrike" dirty="0" err="1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1280044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3FC1D0E-910A-5299-7D20-CCAC17FD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050" y="1120408"/>
            <a:ext cx="5985444" cy="47615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46DAFB-1EB4-4F5A-56D3-C9D1E65F0979}"/>
              </a:ext>
            </a:extLst>
          </p:cNvPr>
          <p:cNvSpPr txBox="1"/>
          <p:nvPr/>
        </p:nvSpPr>
        <p:spPr>
          <a:xfrm>
            <a:off x="8773886" y="5881914"/>
            <a:ext cx="4637314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1" u="none" strike="noStrike" baseline="0" dirty="0">
                <a:solidFill>
                  <a:srgbClr val="44546A"/>
                </a:solidFill>
                <a:latin typeface="Arial"/>
              </a:rPr>
              <a:t>( Source :</a:t>
            </a:r>
            <a:r>
              <a:rPr lang="en-US" sz="1600" b="1" i="1" u="none" strike="noStrike" baseline="0" dirty="0" err="1">
                <a:solidFill>
                  <a:srgbClr val="44546A"/>
                </a:solidFill>
                <a:latin typeface="Arial"/>
              </a:rPr>
              <a:t>Labour</a:t>
            </a:r>
            <a:r>
              <a:rPr lang="en-US" sz="1600" b="1" i="1" u="none" strike="noStrike" baseline="0" dirty="0">
                <a:solidFill>
                  <a:srgbClr val="44546A"/>
                </a:solidFill>
                <a:latin typeface="Arial"/>
              </a:rPr>
              <a:t> Force Survey )</a:t>
            </a:r>
            <a:endParaRPr lang="en-US" sz="1600" i="1">
              <a:ea typeface="Calibri"/>
              <a:cs typeface="Calibr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691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ACB50-7B9B-B413-7AE4-62A02E7BC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FEDC7-BF57-1111-6CE3-29DEEF3B95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336885" y="-4086245"/>
            <a:ext cx="13569388" cy="694080"/>
          </a:xfrm>
        </p:spPr>
        <p:txBody>
          <a:bodyPr/>
          <a:lstStyle/>
          <a:p>
            <a:r>
              <a:rPr lang="en-US" sz="3200" dirty="0"/>
              <a:t>Education Dropout from Multiple cluster Survey ( MICS)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7659C3-64DE-E1E4-22B1-EF54D8FB7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93" y="167206"/>
            <a:ext cx="11277463" cy="58205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41DC6B-E11B-53F2-6CCD-38B096D9C680}"/>
              </a:ext>
            </a:extLst>
          </p:cNvPr>
          <p:cNvSpPr txBox="1"/>
          <p:nvPr/>
        </p:nvSpPr>
        <p:spPr>
          <a:xfrm>
            <a:off x="8795227" y="5990636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i="1">
                <a:ea typeface="Calibri"/>
                <a:cs typeface="Calibri"/>
              </a:rPr>
              <a:t>Source : MICS Survey </a:t>
            </a:r>
            <a:r>
              <a:rPr lang="en-US" sz="1600" dirty="0">
                <a:ea typeface="Calibri"/>
                <a:cs typeface="Calibri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871272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5B680-E47E-41F9-8577-C8703A6B5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1D58C-C2CB-94AE-A7AF-433A8ACBF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043" y="183249"/>
            <a:ext cx="9144000" cy="69408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0D2873-B901-D46D-F0DC-F7202DE421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368" y="1151282"/>
            <a:ext cx="9144000" cy="2168110"/>
          </a:xfrm>
        </p:spPr>
        <p:txBody>
          <a:bodyPr/>
          <a:lstStyle/>
          <a:p>
            <a:pPr fontAlgn="base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D99A5C-1864-3243-76BB-807D3A5E2DC4}"/>
              </a:ext>
            </a:extLst>
          </p:cNvPr>
          <p:cNvSpPr txBox="1"/>
          <p:nvPr/>
        </p:nvSpPr>
        <p:spPr>
          <a:xfrm>
            <a:off x="287724" y="91028"/>
            <a:ext cx="51816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ea typeface="Calibri"/>
                <a:cs typeface="Calibri"/>
              </a:rPr>
              <a:t>Sexual </a:t>
            </a:r>
            <a:r>
              <a:rPr lang="en-US" sz="2800" b="1">
                <a:ea typeface="Calibri"/>
                <a:cs typeface="Calibri"/>
              </a:rPr>
              <a:t>Harassment</a:t>
            </a:r>
            <a:r>
              <a:rPr lang="en-US" sz="2800" b="1" dirty="0">
                <a:ea typeface="Calibri"/>
                <a:cs typeface="Calibri"/>
              </a:rPr>
              <a:t> in Schools </a:t>
            </a:r>
            <a:endParaRPr lang="en-US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F0C89D-C64D-642B-3E4B-B1321E75B11B}"/>
              </a:ext>
            </a:extLst>
          </p:cNvPr>
          <p:cNvSpPr txBox="1"/>
          <p:nvPr/>
        </p:nvSpPr>
        <p:spPr>
          <a:xfrm>
            <a:off x="6628268" y="5983502"/>
            <a:ext cx="67201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>
                <a:ea typeface="Calibri"/>
                <a:cs typeface="Calibri"/>
              </a:rPr>
              <a:t>(Women's Life and Family Relationship Survey , 2025 )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3B5C72-DCDF-E43D-4310-180E19F52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300" y="620486"/>
            <a:ext cx="9967684" cy="535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019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BDEB1-774E-1AFF-E30C-E07622E84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F260A-46F9-2612-0A4A-D044239026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043" y="183249"/>
            <a:ext cx="9144000" cy="69408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6E9319-1BAE-10BC-A69C-2D38DC2AA1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368" y="1151282"/>
            <a:ext cx="9144000" cy="2168110"/>
          </a:xfrm>
        </p:spPr>
        <p:txBody>
          <a:bodyPr/>
          <a:lstStyle/>
          <a:p>
            <a:pPr fontAlgn="base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CEF6AF-0FD6-C408-2FBE-6746E6485C37}"/>
              </a:ext>
            </a:extLst>
          </p:cNvPr>
          <p:cNvSpPr txBox="1"/>
          <p:nvPr/>
        </p:nvSpPr>
        <p:spPr>
          <a:xfrm>
            <a:off x="287724" y="91028"/>
            <a:ext cx="86287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ea typeface="Calibri"/>
                <a:cs typeface="Calibri"/>
              </a:rPr>
              <a:t>Conclusion and </a:t>
            </a:r>
            <a:r>
              <a:rPr lang="en-US" sz="2800" b="1">
                <a:ea typeface="Calibri"/>
                <a:cs typeface="Calibri"/>
              </a:rPr>
              <a:t>Recommendation </a:t>
            </a:r>
            <a:endParaRPr lang="en-US" sz="2800" b="1"/>
          </a:p>
        </p:txBody>
      </p:sp>
    </p:spTree>
    <p:extLst>
      <p:ext uri="{BB962C8B-B14F-4D97-AF65-F5344CB8AC3E}">
        <p14:creationId xmlns:p14="http://schemas.microsoft.com/office/powerpoint/2010/main" val="1838190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BoS Color theme">
      <a:dk1>
        <a:sysClr val="windowText" lastClr="000000"/>
      </a:dk1>
      <a:lt1>
        <a:srgbClr val="FFFFFF"/>
      </a:lt1>
      <a:dk2>
        <a:srgbClr val="44546A"/>
      </a:dk2>
      <a:lt2>
        <a:srgbClr val="E7E6E6"/>
      </a:lt2>
      <a:accent1>
        <a:srgbClr val="264E67"/>
      </a:accent1>
      <a:accent2>
        <a:srgbClr val="3C7173"/>
      </a:accent2>
      <a:accent3>
        <a:srgbClr val="FF0000"/>
      </a:accent3>
      <a:accent4>
        <a:srgbClr val="DB9A37"/>
      </a:accent4>
      <a:accent5>
        <a:srgbClr val="FAAF40"/>
      </a:accent5>
      <a:accent6>
        <a:srgbClr val="00B050"/>
      </a:accent6>
      <a:hlink>
        <a:srgbClr val="0563C1"/>
      </a:hlink>
      <a:folHlink>
        <a:srgbClr val="02316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w Microsoft PowerPoint Presentation.pptx" id="{9931BC46-5CE6-455A-A2A1-DD6E8044F5D8}" vid="{3C3574B5-142B-4E86-9FED-DBC7CD7505CE}"/>
    </a:ext>
  </a:extLst>
</a:theme>
</file>

<file path=ppt/theme/theme2.xml><?xml version="1.0" encoding="utf-8"?>
<a:theme xmlns:a="http://schemas.openxmlformats.org/drawingml/2006/main" name="Custom Design">
  <a:themeElements>
    <a:clrScheme name="VBoS Color theme">
      <a:dk1>
        <a:sysClr val="windowText" lastClr="000000"/>
      </a:dk1>
      <a:lt1>
        <a:srgbClr val="FFFFFF"/>
      </a:lt1>
      <a:dk2>
        <a:srgbClr val="44546A"/>
      </a:dk2>
      <a:lt2>
        <a:srgbClr val="E7E6E6"/>
      </a:lt2>
      <a:accent1>
        <a:srgbClr val="264E67"/>
      </a:accent1>
      <a:accent2>
        <a:srgbClr val="3C7173"/>
      </a:accent2>
      <a:accent3>
        <a:srgbClr val="FF0000"/>
      </a:accent3>
      <a:accent4>
        <a:srgbClr val="DB9A37"/>
      </a:accent4>
      <a:accent5>
        <a:srgbClr val="FAAF40"/>
      </a:accent5>
      <a:accent6>
        <a:srgbClr val="00B050"/>
      </a:accent6>
      <a:hlink>
        <a:srgbClr val="0563C1"/>
      </a:hlink>
      <a:folHlink>
        <a:srgbClr val="02316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w Microsoft PowerPoint Presentation.pptx" id="{9931BC46-5CE6-455A-A2A1-DD6E8044F5D8}" vid="{50AF4E49-33E7-487C-A1EC-1F0F21CF20B3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521bc18-84a4-4135-8fab-fb26feb7c8d1" xsi:nil="true"/>
    <lcf76f155ced4ddcb4097134ff3c332f xmlns="496a2456-8dd7-43f2-a878-9b7aec5435e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A54B94194EE0459E0DF1A0F18383A4" ma:contentTypeVersion="11" ma:contentTypeDescription="Create a new document." ma:contentTypeScope="" ma:versionID="10a34e29dd218e2988b64abdeb906a9a">
  <xsd:schema xmlns:xsd="http://www.w3.org/2001/XMLSchema" xmlns:xs="http://www.w3.org/2001/XMLSchema" xmlns:p="http://schemas.microsoft.com/office/2006/metadata/properties" xmlns:ns2="496a2456-8dd7-43f2-a878-9b7aec5435e7" xmlns:ns3="a521bc18-84a4-4135-8fab-fb26feb7c8d1" targetNamespace="http://schemas.microsoft.com/office/2006/metadata/properties" ma:root="true" ma:fieldsID="c19dd800d0a6c6e68f9bc3cf79a60267" ns2:_="" ns3:_="">
    <xsd:import namespace="496a2456-8dd7-43f2-a878-9b7aec5435e7"/>
    <xsd:import namespace="a521bc18-84a4-4135-8fab-fb26feb7c8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6a2456-8dd7-43f2-a878-9b7aec5435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00110520-96df-4885-8a04-f6b5c5c5a2e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21bc18-84a4-4135-8fab-fb26feb7c8d1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a2873e82-0ccd-4cb4-811f-a745d8ad6b0f}" ma:internalName="TaxCatchAll" ma:showField="CatchAllData" ma:web="a521bc18-84a4-4135-8fab-fb26feb7c8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CDD5EC-0A8D-48A1-8A63-96AECE2BAAA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145EC4C-1A40-4DCF-8C62-AFE78C8A586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1501F11-CB9E-4935-A74E-C416EA93C564}"/>
</file>

<file path=docProps/app.xml><?xml version="1.0" encoding="utf-8"?>
<Properties xmlns="http://schemas.openxmlformats.org/officeDocument/2006/extended-properties" xmlns:vt="http://schemas.openxmlformats.org/officeDocument/2006/docPropsVTypes">
  <Template>VBoS Template</Template>
  <TotalTime>184</TotalTime>
  <Words>409</Words>
  <Application>Microsoft Office PowerPoint</Application>
  <PresentationFormat>Widescreen</PresentationFormat>
  <Paragraphs>86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Office Theme</vt:lpstr>
      <vt:lpstr>Custom Design</vt:lpstr>
      <vt:lpstr>PowerPoint Presentation</vt:lpstr>
      <vt:lpstr> Education Statistics Overview </vt:lpstr>
      <vt:lpstr>Education Sector Within Vanuatu Bureau of Statistics </vt:lpstr>
      <vt:lpstr>Link to Education Dashboard and NSDP Platform </vt:lpstr>
      <vt:lpstr>School- Age Population Projection Trend from 2020-2030 </vt:lpstr>
      <vt:lpstr>School- Age Population Projection Trend  by Education Level </vt:lpstr>
      <vt:lpstr>Educational Attainment of 2024 Labour Force Participants.</vt:lpstr>
      <vt:lpstr>Education Dropout from Multiple cluster Survey ( MICS)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Hidson Bilatou Rob</dc:creator>
  <cp:lastModifiedBy>Maina Avock</cp:lastModifiedBy>
  <cp:revision>280</cp:revision>
  <dcterms:created xsi:type="dcterms:W3CDTF">2024-11-12T21:23:18Z</dcterms:created>
  <dcterms:modified xsi:type="dcterms:W3CDTF">2026-07-21T06:57:40Z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0x01010050A54B94194EE0459E0DF1A0F18383A4</vt:lpwstr>
  </property>
</Properties>
</file>